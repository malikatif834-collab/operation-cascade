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3" d="100"/>
          <a:sy n="53" d="100"/>
        </p:scale>
        <p:origin x="782" y="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9" b="-2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" name="Freeform 4"/>
          <p:cNvSpPr/>
          <p:nvPr/>
        </p:nvSpPr>
        <p:spPr>
          <a:xfrm>
            <a:off x="923925" y="383072"/>
            <a:ext cx="3261176" cy="898097"/>
          </a:xfrm>
          <a:custGeom>
            <a:avLst/>
            <a:gdLst/>
            <a:ahLst/>
            <a:cxnLst/>
            <a:rect l="l" t="t" r="r" b="b"/>
            <a:pathLst>
              <a:path w="3261176" h="898097">
                <a:moveTo>
                  <a:pt x="0" y="0"/>
                </a:moveTo>
                <a:lnTo>
                  <a:pt x="3261176" y="0"/>
                </a:lnTo>
                <a:lnTo>
                  <a:pt x="3261176" y="898097"/>
                </a:lnTo>
                <a:lnTo>
                  <a:pt x="0" y="89809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9" b="-2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9" b="-2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63E82EF-6151-5FCD-5469-0688B63F8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2200" y="876300"/>
            <a:ext cx="3962400" cy="928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9" b="-2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9" b="-2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9" b="-2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9" b="-2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9" b="-2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9" b="-2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9" b="-2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9" b="-2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29" b="-2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Operation_Cascade (2).pptx</dc:title>
  <cp:lastModifiedBy>Atif Malik</cp:lastModifiedBy>
  <cp:revision>2</cp:revision>
  <dcterms:created xsi:type="dcterms:W3CDTF">2006-08-16T00:00:00Z</dcterms:created>
  <dcterms:modified xsi:type="dcterms:W3CDTF">2026-05-07T03:36:52Z</dcterms:modified>
  <dc:identifier>DAHI832u29E</dc:identifier>
</cp:coreProperties>
</file>